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· Excelência Operacional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que organiza a aula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fases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Cynefin · cinco domínios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Lean · do TPS aos cinco princípios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Sistema, não caixa de ferramentas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Lean na linguagem do capital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linha do tempo de Ohno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Anatomia do desperdício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Casa Toyota · um sistema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paradoxo da eficiência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· o gargalo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 · o gargalo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pilares por dentro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Equação 1 · o bastão de valor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pilares movem as duas pontas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Equação 2 · ROIC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 de Little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· 20 para 8 dias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Equação 3 · VCAP e a NUMMI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equações, um sistema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Improvement Kata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Coaching Kata · as cinco perguntas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 é rotina, não evento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Lean Startup × stage-gate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VCAP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daí para a segunda-feira?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e debates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Explore o mapa conceitual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Excelência Operacional · Apresentação da Aula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